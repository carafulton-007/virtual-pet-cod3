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9" r:id="rId4"/>
    <p:sldId id="260" r:id="rId5"/>
    <p:sldId id="263" r:id="rId6"/>
    <p:sldId id="261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694F18-8CC6-E305-6C41-2DC2737C514E}" v="969" dt="2026-09-02T13:23:09.344"/>
    <p1510:client id="{D5F2A27C-DF66-5EE2-D2C7-2B99B648ACE8}" v="500" dt="2026-09-02T13:08:32.6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6F51D-8872-4EB6-54C3-E18140193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116CE-B954-D005-B47C-7EEA6575C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DF2A5-3D7A-2A35-5FFF-BE6E5ABF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C6F5F-21CA-EC09-AECE-326C9982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71E46-11B7-6BAD-63C8-5CDCDDDA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898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F36FF-D657-5B6C-5BDD-95C8BD8C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FD9B4-59B6-0580-7B85-EB68F0B3A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E3014-99A9-14F6-31A3-2957DE8A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144CE-F1DB-11B9-58D2-ADA5DF5A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63790-7FAB-662B-F28E-D01CCFAD4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56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ECFA8-41B8-4D6C-AE5C-638FE77BB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616AB-1C28-02E6-AC48-E3205657D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D43DD-0C80-1BC9-A17D-87C202E7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D1064-9D84-1AA8-BEB1-68D070E4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F7BFA-F8EE-6241-AD9A-81614058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01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C535-E154-4DB0-A03E-8EC801F0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DD988-522F-844A-8C5E-1CEB57415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12FDE-49AF-D1F4-5389-D7C0F9AB2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39306-5B0D-D5AD-6BE6-B5274061C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1CC79-499F-508E-5058-12E1EC2C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2540F-7489-AC5C-FCA1-8E7AB414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30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EC262-D5DD-905C-2FBD-9DD005E2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DEF72-BD72-390E-896D-095D0AAB0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CB745-6EDE-EC33-319C-EBFC03BE7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18DF3-AD3B-D471-E0DF-70DAB4EBC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08C52A-8096-3F3F-C101-16DB25B55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7F177A-A3CE-17D6-8F0C-04A77257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1F2A6B-7A85-BB9E-E9C6-1F2219F0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7E519-D0E1-D266-C2A5-00291A37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50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36F13-2586-D86E-1A87-B8483E830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9B49D-8701-4379-B428-30F791A9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94ABD-2C97-4635-7DB6-A237F68D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1A299-D600-EB37-39B2-8574637B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715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AE941-8B0F-2323-62AA-8EF0B541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AA299-D9B9-6991-6D9B-79900599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AC295-1AAB-7EB2-C6CE-718F5C6D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90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DE5B-3B28-9B04-6736-3E97A530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4C143-DA18-10B4-E17C-ABC4266A2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8EE0B-4E47-3E54-D191-BD7EDA6A7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C995A-906F-4B06-BA61-BB9ADCFF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70B33-AE2E-CA9E-58A9-B5E070BD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630AC-8A50-BFD4-7FBF-BAEA5655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99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8FC9-9B9A-2FC2-9950-FF66A82C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81D564-164D-FC71-85D2-B34AB8480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47F2D-4B41-BF39-E473-819600E0D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838D5-DA58-7276-322D-DA16C012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5F56D-193D-DDA5-95C6-88423C6F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1C13A-365F-E4BC-A5B4-8A3AB324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63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C6191-E2F8-E473-A31F-D6D56894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07167-5AC4-0B0A-ABB6-5A2C0209F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E9A3-D932-53B9-6B46-CD87F76F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51D5-7F76-48EA-539C-B9DBDC86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52CF-2E64-AFAB-EEDE-C8D86CE41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962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9EC17E-77B3-B6B7-2DDC-D9C839B12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E9CFB-B39D-4BE4-5F44-40CB23F79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30141-FFDA-6C87-C261-0A78DBE8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262FF-0D01-4563-43A8-5DFBBF576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C85E3-4DB9-B3D1-E94D-1EE44E590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76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EA8C4-C671-0AA3-1AA6-6BB48047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18891-49F0-A073-DEF9-91CFD543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79C9D-0235-D652-5AA7-4D1C9CA99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10F15-E1E9-4D60-97E9-1DFF3A46031F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2C7C-7438-364D-05BC-8B41EA630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24534-0410-3CFE-B545-224F69579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178B9-5031-4CE5-9908-6E819AE96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86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844BED-DF00-F745-A609-9D1E834E66AF}"/>
              </a:ext>
            </a:extLst>
          </p:cNvPr>
          <p:cNvSpPr txBox="1"/>
          <p:nvPr/>
        </p:nvSpPr>
        <p:spPr>
          <a:xfrm>
            <a:off x="363556" y="308473"/>
            <a:ext cx="7744857" cy="20005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400" b="1" u="sng" dirty="0"/>
              <a:t>Project introduction:</a:t>
            </a:r>
          </a:p>
          <a:p>
            <a:r>
              <a:rPr lang="en-GB" sz="2000" dirty="0"/>
              <a:t>For my project I have chosen the virtual pet option where I will code the background program for a ‘pet’ like a tamogochi or pokemon where the user can perform  basic needs and care for their pet and by doing this keep their pet happy and healthy.</a:t>
            </a:r>
          </a:p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80ED1D-320A-12F8-1604-4B13EC88A3A5}"/>
              </a:ext>
            </a:extLst>
          </p:cNvPr>
          <p:cNvSpPr txBox="1"/>
          <p:nvPr/>
        </p:nvSpPr>
        <p:spPr>
          <a:xfrm>
            <a:off x="336014" y="3536414"/>
            <a:ext cx="389997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/>
              <a:t>Goals/requirements:</a:t>
            </a:r>
          </a:p>
          <a:p>
            <a:r>
              <a:rPr lang="en-GB" dirty="0"/>
              <a:t>• Hunger </a:t>
            </a:r>
          </a:p>
          <a:p>
            <a:r>
              <a:rPr lang="en-GB" dirty="0"/>
              <a:t>• Happiness </a:t>
            </a:r>
          </a:p>
          <a:p>
            <a:r>
              <a:rPr lang="en-GB" dirty="0"/>
              <a:t>• Energy Player actions e.g. feed, sleep, play</a:t>
            </a:r>
          </a:p>
          <a:p>
            <a:r>
              <a:rPr lang="en-GB" dirty="0"/>
              <a:t>Extensions: Mini-games, Ageing, Random illnesses</a:t>
            </a:r>
          </a:p>
        </p:txBody>
      </p:sp>
    </p:spTree>
    <p:extLst>
      <p:ext uri="{BB962C8B-B14F-4D97-AF65-F5344CB8AC3E}">
        <p14:creationId xmlns:p14="http://schemas.microsoft.com/office/powerpoint/2010/main" val="185318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E8E793-879D-D712-15F9-B7893F195F58}"/>
              </a:ext>
            </a:extLst>
          </p:cNvPr>
          <p:cNvSpPr txBox="1"/>
          <p:nvPr/>
        </p:nvSpPr>
        <p:spPr>
          <a:xfrm>
            <a:off x="95250" y="203716"/>
            <a:ext cx="12096750" cy="63401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800" b="1" u="sng" dirty="0"/>
              <a:t>The breakdown of my code</a:t>
            </a:r>
            <a:r>
              <a:rPr lang="en-GB" dirty="0"/>
              <a:t>:</a:t>
            </a:r>
          </a:p>
          <a:p>
            <a:endParaRPr lang="en-GB" dirty="0"/>
          </a:p>
          <a:p>
            <a:r>
              <a:rPr lang="en-GB" dirty="0"/>
              <a:t>As you enter the game you will be met with a required input for your name and a welcome message, where the game will offer you a free pet egg. In this egg will be one of the 10 possible starter pets : cat, dog, frog, bird, snake, hamster, sheep, chicken, lion or lizard. From there you will be asked to give your pet a name of your choice.</a:t>
            </a:r>
          </a:p>
          <a:p>
            <a:r>
              <a:rPr lang="en-GB" dirty="0"/>
              <a:t>After that you have the option to view your pet's stats, such as hunger, happiness, energy and affection by typing 'stats' . To boost these and keep your pet happy and healthy, you can type (when prompted through a while loop), type 'game' to enter the mini game (created by a def function).</a:t>
            </a:r>
          </a:p>
          <a:p>
            <a:r>
              <a:rPr lang="en-GB" dirty="0"/>
              <a:t>After every input command is completed it will ask you the same question again. If you type 'quit', the game ends and the code stops running.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Every 20 seconds hunger depletes by 2.</a:t>
            </a:r>
          </a:p>
          <a:p>
            <a:r>
              <a:rPr lang="en-GB" dirty="0"/>
              <a:t>Every 30 seconds affection depletes by 2.</a:t>
            </a:r>
          </a:p>
          <a:p>
            <a:r>
              <a:rPr lang="en-GB" dirty="0"/>
              <a:t>Every 35 seconds health depletes by 5.</a:t>
            </a:r>
          </a:p>
          <a:p>
            <a:r>
              <a:rPr lang="en-GB" dirty="0"/>
              <a:t>Every 60 seconds energy depletes by 2.</a:t>
            </a:r>
          </a:p>
          <a:p>
            <a:endParaRPr lang="en-GB" dirty="0"/>
          </a:p>
          <a:p>
            <a:r>
              <a:rPr lang="en-GB" dirty="0"/>
              <a:t>Overall pet happiness/health is mean/average of all the pets stats and if this reaches any number below 50, your pet unfortunately dies and the game stops.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260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B431B-538B-6FD3-C0A0-2526FC8FA7C9}"/>
              </a:ext>
            </a:extLst>
          </p:cNvPr>
          <p:cNvSpPr txBox="1"/>
          <p:nvPr/>
        </p:nvSpPr>
        <p:spPr>
          <a:xfrm>
            <a:off x="342900" y="285750"/>
            <a:ext cx="8515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/>
              <a:t>Code analysis: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10FC1-E3B1-8D25-76ED-3530C1D9E735}"/>
              </a:ext>
            </a:extLst>
          </p:cNvPr>
          <p:cNvSpPr txBox="1"/>
          <p:nvPr/>
        </p:nvSpPr>
        <p:spPr>
          <a:xfrm>
            <a:off x="467590" y="917864"/>
            <a:ext cx="119149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On paper.</a:t>
            </a:r>
          </a:p>
        </p:txBody>
      </p:sp>
    </p:spTree>
    <p:extLst>
      <p:ext uri="{BB962C8B-B14F-4D97-AF65-F5344CB8AC3E}">
        <p14:creationId xmlns:p14="http://schemas.microsoft.com/office/powerpoint/2010/main" val="186975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B431B-538B-6FD3-C0A0-2526FC8FA7C9}"/>
              </a:ext>
            </a:extLst>
          </p:cNvPr>
          <p:cNvSpPr txBox="1"/>
          <p:nvPr/>
        </p:nvSpPr>
        <p:spPr>
          <a:xfrm>
            <a:off x="342900" y="285750"/>
            <a:ext cx="8515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/>
              <a:t>How would I improve my code?: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E31703-F688-D651-5307-D4B2C0390D1E}"/>
              </a:ext>
            </a:extLst>
          </p:cNvPr>
          <p:cNvSpPr txBox="1"/>
          <p:nvPr/>
        </p:nvSpPr>
        <p:spPr>
          <a:xfrm>
            <a:off x="502227" y="900545"/>
            <a:ext cx="910936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I think next time I could have done visuals, maybe more pet types and maybe unique personality traits chosen my user. Also by adding in a random event like illness to the pet and you are taken straight to the mini game (which I would like to make more variations of instead of math equations).</a:t>
            </a:r>
          </a:p>
        </p:txBody>
      </p:sp>
    </p:spTree>
    <p:extLst>
      <p:ext uri="{BB962C8B-B14F-4D97-AF65-F5344CB8AC3E}">
        <p14:creationId xmlns:p14="http://schemas.microsoft.com/office/powerpoint/2010/main" val="54632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0FC57B-E6E2-D0EC-7190-D0A6F1E0634A}"/>
              </a:ext>
            </a:extLst>
          </p:cNvPr>
          <p:cNvSpPr txBox="1"/>
          <p:nvPr/>
        </p:nvSpPr>
        <p:spPr>
          <a:xfrm>
            <a:off x="0" y="150167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/>
              <a:t>Sites I used for help</a:t>
            </a:r>
            <a:r>
              <a:rPr lang="en-GB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67159-3BAD-AE7F-1E5C-5EA0F6A0C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790575"/>
            <a:ext cx="6076950" cy="1276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414FCC-594A-28C7-3EEA-EF2B391DA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2291059"/>
            <a:ext cx="4489495" cy="2771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D4B8B-AB74-3858-7E0C-ED68B977C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611832"/>
            <a:ext cx="5176357" cy="17573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F8585C-2E2B-4F3A-855B-26F77A4CCE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6275" y="2547484"/>
            <a:ext cx="5374822" cy="340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00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B431B-538B-6FD3-C0A0-2526FC8FA7C9}"/>
              </a:ext>
            </a:extLst>
          </p:cNvPr>
          <p:cNvSpPr txBox="1"/>
          <p:nvPr/>
        </p:nvSpPr>
        <p:spPr>
          <a:xfrm>
            <a:off x="133350" y="228600"/>
            <a:ext cx="8515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/>
              <a:t>Debugging process: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0CBF20-94CF-F186-C200-B4D5B8DD9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093218"/>
              </p:ext>
            </p:extLst>
          </p:nvPr>
        </p:nvGraphicFramePr>
        <p:xfrm>
          <a:off x="325065" y="724256"/>
          <a:ext cx="11541865" cy="5905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5819">
                  <a:extLst>
                    <a:ext uri="{9D8B030D-6E8A-4147-A177-3AD203B41FA5}">
                      <a16:colId xmlns:a16="http://schemas.microsoft.com/office/drawing/2014/main" val="114012338"/>
                    </a:ext>
                  </a:extLst>
                </a:gridCol>
                <a:gridCol w="4167171">
                  <a:extLst>
                    <a:ext uri="{9D8B030D-6E8A-4147-A177-3AD203B41FA5}">
                      <a16:colId xmlns:a16="http://schemas.microsoft.com/office/drawing/2014/main" val="1883052179"/>
                    </a:ext>
                  </a:extLst>
                </a:gridCol>
                <a:gridCol w="3708875">
                  <a:extLst>
                    <a:ext uri="{9D8B030D-6E8A-4147-A177-3AD203B41FA5}">
                      <a16:colId xmlns:a16="http://schemas.microsoft.com/office/drawing/2014/main" val="13154144"/>
                    </a:ext>
                  </a:extLst>
                </a:gridCol>
              </a:tblGrid>
              <a:tr h="429111">
                <a:tc>
                  <a:txBody>
                    <a:bodyPr/>
                    <a:lstStyle/>
                    <a:p>
                      <a:r>
                        <a:rPr lang="en-GB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Corrected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explain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01020"/>
                  </a:ext>
                </a:extLst>
              </a:tr>
              <a:tr h="2263883">
                <a:tc>
                  <a:txBody>
                    <a:bodyPr/>
                    <a:lstStyle/>
                    <a:p>
                      <a:r>
                        <a:rPr lang="en-GB" dirty="0"/>
                        <a:t>  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use the random module, I had to import it at the start of my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284212"/>
                  </a:ext>
                </a:extLst>
              </a:tr>
              <a:tr h="1660222">
                <a:tc>
                  <a:txBody>
                    <a:bodyPr/>
                    <a:lstStyle/>
                    <a:p>
                      <a:r>
                        <a:rPr lang="en-GB" dirty="0"/>
                        <a:t>Very quick responses (too quick)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Added the “import time” and then “</a:t>
                      </a:r>
                      <a:r>
                        <a:rPr lang="en-GB" dirty="0" err="1"/>
                        <a:t>time.sleep</a:t>
                      </a:r>
                      <a:r>
                        <a:rPr lang="en-GB" dirty="0"/>
                        <a:t>()” function to make the conversation more realistic.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847414"/>
                  </a:ext>
                </a:extLst>
              </a:tr>
              <a:tr h="1551928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My stats variable had a ‘==‘ instead of a ‘=‘ so instead of assigning the value to it, I had done a </a:t>
                      </a:r>
                      <a:r>
                        <a:rPr lang="en-GB" dirty="0" err="1"/>
                        <a:t>possiblility</a:t>
                      </a:r>
                      <a:r>
                        <a:rPr lang="en-GB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33678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C2401C5-25E5-25BE-2561-FFF6BDDA7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79" y="1247476"/>
            <a:ext cx="3479919" cy="21808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928A93-C04C-FBDB-6CCD-E6470AD60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536" y="1247475"/>
            <a:ext cx="3922520" cy="21808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F6D209-9140-FE38-BA8C-27360E8E4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737" y="3493139"/>
            <a:ext cx="3922520" cy="15313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5CE3B1-28C9-2CB0-50AA-CC0362F98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341" y="5115436"/>
            <a:ext cx="3479918" cy="1467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EA7186-8D68-2B13-DB27-306DCD495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3534" y="5089325"/>
            <a:ext cx="4084925" cy="146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70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B431B-538B-6FD3-C0A0-2526FC8FA7C9}"/>
              </a:ext>
            </a:extLst>
          </p:cNvPr>
          <p:cNvSpPr txBox="1"/>
          <p:nvPr/>
        </p:nvSpPr>
        <p:spPr>
          <a:xfrm>
            <a:off x="133350" y="228600"/>
            <a:ext cx="8515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/>
              <a:t>Debugging process: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0CBF20-94CF-F186-C200-B4D5B8DD9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447568"/>
              </p:ext>
            </p:extLst>
          </p:nvPr>
        </p:nvGraphicFramePr>
        <p:xfrm>
          <a:off x="325065" y="724256"/>
          <a:ext cx="11541865" cy="5905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5819">
                  <a:extLst>
                    <a:ext uri="{9D8B030D-6E8A-4147-A177-3AD203B41FA5}">
                      <a16:colId xmlns:a16="http://schemas.microsoft.com/office/drawing/2014/main" val="114012338"/>
                    </a:ext>
                  </a:extLst>
                </a:gridCol>
                <a:gridCol w="4167171">
                  <a:extLst>
                    <a:ext uri="{9D8B030D-6E8A-4147-A177-3AD203B41FA5}">
                      <a16:colId xmlns:a16="http://schemas.microsoft.com/office/drawing/2014/main" val="1883052179"/>
                    </a:ext>
                  </a:extLst>
                </a:gridCol>
                <a:gridCol w="3708875">
                  <a:extLst>
                    <a:ext uri="{9D8B030D-6E8A-4147-A177-3AD203B41FA5}">
                      <a16:colId xmlns:a16="http://schemas.microsoft.com/office/drawing/2014/main" val="13154144"/>
                    </a:ext>
                  </a:extLst>
                </a:gridCol>
              </a:tblGrid>
              <a:tr h="429111">
                <a:tc>
                  <a:txBody>
                    <a:bodyPr/>
                    <a:lstStyle/>
                    <a:p>
                      <a:r>
                        <a:rPr lang="en-GB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Corrected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explain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01020"/>
                  </a:ext>
                </a:extLst>
              </a:tr>
              <a:tr h="2263883">
                <a:tc>
                  <a:txBody>
                    <a:bodyPr/>
                    <a:lstStyle/>
                    <a:p>
                      <a:r>
                        <a:rPr lang="en-GB" dirty="0"/>
                        <a:t>  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 discovered that </a:t>
                      </a:r>
                      <a:r>
                        <a:rPr lang="en-GB" dirty="0" err="1"/>
                        <a:t>jupyter</a:t>
                      </a:r>
                      <a:r>
                        <a:rPr lang="en-GB" dirty="0"/>
                        <a:t> doesn’t support this type of module so I updated the code to have an input prompt at the end of every action so you can either see pet stats or play a mini-game.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284212"/>
                  </a:ext>
                </a:extLst>
              </a:tr>
              <a:tr h="1660222">
                <a:tc>
                  <a:txBody>
                    <a:bodyPr/>
                    <a:lstStyle/>
                    <a:p>
                      <a:r>
                        <a:rPr lang="en-GB" dirty="0"/>
                        <a:t>Very quick responses (too quick)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Added the “import time” and then “</a:t>
                      </a:r>
                      <a:r>
                        <a:rPr lang="en-GB" dirty="0" err="1"/>
                        <a:t>time.sleep</a:t>
                      </a:r>
                      <a:r>
                        <a:rPr lang="en-GB" dirty="0"/>
                        <a:t>()” function to make the conversation more realistic.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847414"/>
                  </a:ext>
                </a:extLst>
              </a:tr>
              <a:tr h="1551928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My stats variable had a ‘==‘ instead of a ‘=‘ so instead of assigning the value to it, I had done a </a:t>
                      </a:r>
                      <a:r>
                        <a:rPr lang="en-GB" dirty="0" err="1"/>
                        <a:t>possiblility</a:t>
                      </a:r>
                      <a:r>
                        <a:rPr lang="en-GB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3367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4F3164D-7BBE-AF38-4FFE-00F0DE65C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12" y="1329405"/>
            <a:ext cx="3559145" cy="194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2F009B-B9E7-BA7C-5BAE-CBD994877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872" y="1329405"/>
            <a:ext cx="3833354" cy="194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48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F03A2-B044-3FA7-8713-D0807495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F405B-33C8-B973-91A4-A000A8160D4A}"/>
              </a:ext>
            </a:extLst>
          </p:cNvPr>
          <p:cNvSpPr txBox="1"/>
          <p:nvPr/>
        </p:nvSpPr>
        <p:spPr>
          <a:xfrm>
            <a:off x="133350" y="228600"/>
            <a:ext cx="8515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/>
              <a:t>Debugging process: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B76E6F-F234-E222-A903-858379426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739001"/>
              </p:ext>
            </p:extLst>
          </p:nvPr>
        </p:nvGraphicFramePr>
        <p:xfrm>
          <a:off x="325065" y="724256"/>
          <a:ext cx="11541865" cy="5587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5819">
                  <a:extLst>
                    <a:ext uri="{9D8B030D-6E8A-4147-A177-3AD203B41FA5}">
                      <a16:colId xmlns:a16="http://schemas.microsoft.com/office/drawing/2014/main" val="114012338"/>
                    </a:ext>
                  </a:extLst>
                </a:gridCol>
                <a:gridCol w="4167171">
                  <a:extLst>
                    <a:ext uri="{9D8B030D-6E8A-4147-A177-3AD203B41FA5}">
                      <a16:colId xmlns:a16="http://schemas.microsoft.com/office/drawing/2014/main" val="1883052179"/>
                    </a:ext>
                  </a:extLst>
                </a:gridCol>
                <a:gridCol w="3708875">
                  <a:extLst>
                    <a:ext uri="{9D8B030D-6E8A-4147-A177-3AD203B41FA5}">
                      <a16:colId xmlns:a16="http://schemas.microsoft.com/office/drawing/2014/main" val="13154144"/>
                    </a:ext>
                  </a:extLst>
                </a:gridCol>
              </a:tblGrid>
              <a:tr h="429111">
                <a:tc>
                  <a:txBody>
                    <a:bodyPr/>
                    <a:lstStyle/>
                    <a:p>
                      <a:r>
                        <a:rPr lang="en-GB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Corrected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explain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01020"/>
                  </a:ext>
                </a:extLst>
              </a:tr>
              <a:tr h="2263883">
                <a:tc>
                  <a:txBody>
                    <a:bodyPr/>
                    <a:lstStyle/>
                    <a:p>
                      <a:r>
                        <a:rPr lang="en-GB" dirty="0"/>
                        <a:t>  </a:t>
                      </a:r>
                    </a:p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The problem was I had defined the mini game after I has asked the computer to run it so nothing happened. </a:t>
                      </a:r>
                      <a:endParaRPr lang="en-GB" dirty="0"/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(picture 1)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 I reordered what I called in first and </a:t>
                      </a:r>
                      <a:r>
                        <a:rPr lang="en-GB" dirty="0" err="1"/>
                        <a:t>addded</a:t>
                      </a:r>
                      <a:r>
                        <a:rPr lang="en-GB" dirty="0"/>
                        <a:t> the while loop at the end of my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284212"/>
                  </a:ext>
                </a:extLst>
              </a:tr>
              <a:tr h="1660222">
                <a:tc>
                  <a:txBody>
                    <a:bodyPr/>
                    <a:lstStyle/>
                    <a:p>
                      <a:r>
                        <a:rPr lang="en-GB" dirty="0"/>
                        <a:t>(picture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Deleted an if/else statement as it served no purpose.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847414"/>
                  </a:ext>
                </a:extLst>
              </a:tr>
              <a:tr h="1212272">
                <a:tc>
                  <a:txBody>
                    <a:bodyPr/>
                    <a:lstStyle/>
                    <a:p>
                      <a:r>
                        <a:rPr lang="en-GB" dirty="0"/>
                        <a:t>Count/time was not going as planned and I couldn’t get it to 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(Picture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Created a loop for the count variable and pet loosing stats.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33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83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DFC4E2-01F6-B0E7-E00E-AA22934D7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9033" y="-1132"/>
            <a:ext cx="6566807" cy="68892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AC1219-F12E-0F89-A79C-D0DAE87D1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451" y="14514"/>
            <a:ext cx="589989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044B7C-F8BF-C253-8844-BFA6C4B962A0}"/>
              </a:ext>
            </a:extLst>
          </p:cNvPr>
          <p:cNvSpPr txBox="1"/>
          <p:nvPr/>
        </p:nvSpPr>
        <p:spPr>
          <a:xfrm>
            <a:off x="3634839" y="1527134"/>
            <a:ext cx="6788727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1                                                                             2</a:t>
            </a:r>
          </a:p>
        </p:txBody>
      </p:sp>
    </p:spTree>
    <p:extLst>
      <p:ext uri="{BB962C8B-B14F-4D97-AF65-F5344CB8AC3E}">
        <p14:creationId xmlns:p14="http://schemas.microsoft.com/office/powerpoint/2010/main" val="4218551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3D3411-254A-6BAE-75B4-E321C4DEC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1354" y="0"/>
            <a:ext cx="710705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189825-309E-3C76-435D-3D5B1ADD1BAC}"/>
              </a:ext>
            </a:extLst>
          </p:cNvPr>
          <p:cNvSpPr txBox="1"/>
          <p:nvPr/>
        </p:nvSpPr>
        <p:spPr>
          <a:xfrm rot="-10920000" flipV="1">
            <a:off x="3758210" y="2085152"/>
            <a:ext cx="2390899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8209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395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Nobel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Cara Fulton 10C AMY</dc:creator>
  <cp:lastModifiedBy>Cara Fulton 10C AMY</cp:lastModifiedBy>
  <cp:revision>203</cp:revision>
  <dcterms:created xsi:type="dcterms:W3CDTF">2026-07-01T10:00:14Z</dcterms:created>
  <dcterms:modified xsi:type="dcterms:W3CDTF">2026-09-02T13:24:08Z</dcterms:modified>
</cp:coreProperties>
</file>